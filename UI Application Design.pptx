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5" r:id="rId29"/>
    <p:sldId id="283" r:id="rId30"/>
    <p:sldId id="286" r:id="rId31"/>
    <p:sldId id="287" r:id="rId32"/>
    <p:sldId id="288" r:id="rId33"/>
    <p:sldId id="289" r:id="rId34"/>
    <p:sldId id="290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95FCA-EDA7-4A5F-849E-55112F6ACE2C}" v="2" dt="2026-03-08T10:06:48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Philip" userId="dbd0474f56ef20b0" providerId="LiveId" clId="{7BC765C0-CEEF-43B8-98D3-A471FFDFF819}"/>
    <pc:docChg chg="undo custSel addSld delSld modSld">
      <pc:chgData name="John Philip" userId="dbd0474f56ef20b0" providerId="LiveId" clId="{7BC765C0-CEEF-43B8-98D3-A471FFDFF819}" dt="2026-03-08T15:19:07.847" v="1045" actId="27636"/>
      <pc:docMkLst>
        <pc:docMk/>
      </pc:docMkLst>
      <pc:sldChg chg="addSp delSp modSp mod">
        <pc:chgData name="John Philip" userId="dbd0474f56ef20b0" providerId="LiveId" clId="{7BC765C0-CEEF-43B8-98D3-A471FFDFF819}" dt="2026-03-08T14:43:21.105" v="879" actId="20577"/>
        <pc:sldMkLst>
          <pc:docMk/>
          <pc:sldMk cId="0" sldId="283"/>
        </pc:sldMkLst>
        <pc:spChg chg="mod">
          <ac:chgData name="John Philip" userId="dbd0474f56ef20b0" providerId="LiveId" clId="{7BC765C0-CEEF-43B8-98D3-A471FFDFF819}" dt="2026-03-08T14:43:21.105" v="879" actId="20577"/>
          <ac:spMkLst>
            <pc:docMk/>
            <pc:sldMk cId="0" sldId="283"/>
            <ac:spMk id="2" creationId="{00000000-0000-0000-0000-000000000000}"/>
          </ac:spMkLst>
        </pc:spChg>
        <pc:picChg chg="add del mod">
          <ac:chgData name="John Philip" userId="dbd0474f56ef20b0" providerId="LiveId" clId="{7BC765C0-CEEF-43B8-98D3-A471FFDFF819}" dt="2026-03-08T14:43:00.070" v="843" actId="478"/>
          <ac:picMkLst>
            <pc:docMk/>
            <pc:sldMk cId="0" sldId="283"/>
            <ac:picMk id="4" creationId="{EFC54902-4697-662A-10D2-864CDC17A998}"/>
          </ac:picMkLst>
        </pc:picChg>
        <pc:picChg chg="add mod">
          <ac:chgData name="John Philip" userId="dbd0474f56ef20b0" providerId="LiveId" clId="{7BC765C0-CEEF-43B8-98D3-A471FFDFF819}" dt="2026-03-08T14:43:06.477" v="853" actId="1036"/>
          <ac:picMkLst>
            <pc:docMk/>
            <pc:sldMk cId="0" sldId="283"/>
            <ac:picMk id="6" creationId="{54438E48-5ED2-8620-07A6-912347609F29}"/>
          </ac:picMkLst>
        </pc:picChg>
        <pc:picChg chg="del">
          <ac:chgData name="John Philip" userId="dbd0474f56ef20b0" providerId="LiveId" clId="{7BC765C0-CEEF-43B8-98D3-A471FFDFF819}" dt="2026-03-08T08:50:02.176" v="115" actId="478"/>
          <ac:picMkLst>
            <pc:docMk/>
            <pc:sldMk cId="0" sldId="283"/>
            <ac:picMk id="26627" creationId="{00000000-0000-0000-0000-000000000000}"/>
          </ac:picMkLst>
        </pc:picChg>
      </pc:sldChg>
      <pc:sldChg chg="addSp delSp modSp del mod">
        <pc:chgData name="John Philip" userId="dbd0474f56ef20b0" providerId="LiveId" clId="{7BC765C0-CEEF-43B8-98D3-A471FFDFF819}" dt="2026-03-08T14:43:43.042" v="880" actId="2696"/>
        <pc:sldMkLst>
          <pc:docMk/>
          <pc:sldMk cId="0" sldId="284"/>
        </pc:sldMkLst>
        <pc:picChg chg="add del mod">
          <ac:chgData name="John Philip" userId="dbd0474f56ef20b0" providerId="LiveId" clId="{7BC765C0-CEEF-43B8-98D3-A471FFDFF819}" dt="2026-03-08T09:14:15.622" v="482" actId="478"/>
          <ac:picMkLst>
            <pc:docMk/>
            <pc:sldMk cId="0" sldId="284"/>
            <ac:picMk id="4" creationId="{DCF06455-A390-E5B5-8900-B4D37A9E4581}"/>
          </ac:picMkLst>
        </pc:picChg>
        <pc:picChg chg="add mod">
          <ac:chgData name="John Philip" userId="dbd0474f56ef20b0" providerId="LiveId" clId="{7BC765C0-CEEF-43B8-98D3-A471FFDFF819}" dt="2026-03-08T09:15:40.728" v="489" actId="1037"/>
          <ac:picMkLst>
            <pc:docMk/>
            <pc:sldMk cId="0" sldId="284"/>
            <ac:picMk id="6" creationId="{0A5D7AA9-FCF9-BF7B-A7B8-235923E5E6E3}"/>
          </ac:picMkLst>
        </pc:picChg>
        <pc:picChg chg="del">
          <ac:chgData name="John Philip" userId="dbd0474f56ef20b0" providerId="LiveId" clId="{7BC765C0-CEEF-43B8-98D3-A471FFDFF819}" dt="2026-03-08T08:51:23.997" v="131" actId="478"/>
          <ac:picMkLst>
            <pc:docMk/>
            <pc:sldMk cId="0" sldId="284"/>
            <ac:picMk id="28674" creationId="{00000000-0000-0000-0000-000000000000}"/>
          </ac:picMkLst>
        </pc:picChg>
      </pc:sldChg>
      <pc:sldChg chg="addSp delSp modSp mod">
        <pc:chgData name="John Philip" userId="dbd0474f56ef20b0" providerId="LiveId" clId="{7BC765C0-CEEF-43B8-98D3-A471FFDFF819}" dt="2026-03-08T14:28:51.448" v="842" actId="1037"/>
        <pc:sldMkLst>
          <pc:docMk/>
          <pc:sldMk cId="0" sldId="285"/>
        </pc:sldMkLst>
        <pc:spChg chg="mod">
          <ac:chgData name="John Philip" userId="dbd0474f56ef20b0" providerId="LiveId" clId="{7BC765C0-CEEF-43B8-98D3-A471FFDFF819}" dt="2026-03-08T08:45:29.810" v="114" actId="27636"/>
          <ac:spMkLst>
            <pc:docMk/>
            <pc:sldMk cId="0" sldId="285"/>
            <ac:spMk id="2" creationId="{00000000-0000-0000-0000-000000000000}"/>
          </ac:spMkLst>
        </pc:spChg>
        <pc:picChg chg="add del mod">
          <ac:chgData name="John Philip" userId="dbd0474f56ef20b0" providerId="LiveId" clId="{7BC765C0-CEEF-43B8-98D3-A471FFDFF819}" dt="2026-03-08T13:48:03.446" v="831" actId="478"/>
          <ac:picMkLst>
            <pc:docMk/>
            <pc:sldMk cId="0" sldId="285"/>
            <ac:picMk id="4" creationId="{2F02AFFE-7C1B-FC62-BD08-D1325A3CF066}"/>
          </ac:picMkLst>
        </pc:picChg>
        <pc:picChg chg="add del mod">
          <ac:chgData name="John Philip" userId="dbd0474f56ef20b0" providerId="LiveId" clId="{7BC765C0-CEEF-43B8-98D3-A471FFDFF819}" dt="2026-03-08T08:44:08.838" v="72" actId="478"/>
          <ac:picMkLst>
            <pc:docMk/>
            <pc:sldMk cId="0" sldId="285"/>
            <ac:picMk id="6" creationId="{E5E4AA5A-3015-1BCD-E255-E7224CEFAEA8}"/>
          </ac:picMkLst>
        </pc:picChg>
        <pc:picChg chg="add del mod">
          <ac:chgData name="John Philip" userId="dbd0474f56ef20b0" providerId="LiveId" clId="{7BC765C0-CEEF-43B8-98D3-A471FFDFF819}" dt="2026-03-08T13:48:05.229" v="832" actId="478"/>
          <ac:picMkLst>
            <pc:docMk/>
            <pc:sldMk cId="0" sldId="285"/>
            <ac:picMk id="8" creationId="{4CC14128-B391-47A3-B0A8-F4DF1DB200A8}"/>
          </ac:picMkLst>
        </pc:picChg>
        <pc:picChg chg="add mod">
          <ac:chgData name="John Philip" userId="dbd0474f56ef20b0" providerId="LiveId" clId="{7BC765C0-CEEF-43B8-98D3-A471FFDFF819}" dt="2026-03-08T14:28:51.448" v="842" actId="1037"/>
          <ac:picMkLst>
            <pc:docMk/>
            <pc:sldMk cId="0" sldId="285"/>
            <ac:picMk id="10" creationId="{2E2A0A47-A76B-61A3-9B6D-23AE497F2D63}"/>
          </ac:picMkLst>
        </pc:picChg>
        <pc:picChg chg="del">
          <ac:chgData name="John Philip" userId="dbd0474f56ef20b0" providerId="LiveId" clId="{7BC765C0-CEEF-43B8-98D3-A471FFDFF819}" dt="2026-03-08T08:27:14.639" v="0" actId="478"/>
          <ac:picMkLst>
            <pc:docMk/>
            <pc:sldMk cId="0" sldId="285"/>
            <ac:picMk id="27650" creationId="{00000000-0000-0000-0000-000000000000}"/>
          </ac:picMkLst>
        </pc:picChg>
      </pc:sldChg>
      <pc:sldChg chg="modSp mod">
        <pc:chgData name="John Philip" userId="dbd0474f56ef20b0" providerId="LiveId" clId="{7BC765C0-CEEF-43B8-98D3-A471FFDFF819}" dt="2026-03-08T08:57:36.576" v="202" actId="20577"/>
        <pc:sldMkLst>
          <pc:docMk/>
          <pc:sldMk cId="0" sldId="287"/>
        </pc:sldMkLst>
        <pc:spChg chg="mod">
          <ac:chgData name="John Philip" userId="dbd0474f56ef20b0" providerId="LiveId" clId="{7BC765C0-CEEF-43B8-98D3-A471FFDFF819}" dt="2026-03-08T08:57:36.576" v="202" actId="20577"/>
          <ac:spMkLst>
            <pc:docMk/>
            <pc:sldMk cId="0" sldId="287"/>
            <ac:spMk id="2" creationId="{00000000-0000-0000-0000-000000000000}"/>
          </ac:spMkLst>
        </pc:spChg>
      </pc:sldChg>
      <pc:sldChg chg="addSp delSp modSp mod">
        <pc:chgData name="John Philip" userId="dbd0474f56ef20b0" providerId="LiveId" clId="{7BC765C0-CEEF-43B8-98D3-A471FFDFF819}" dt="2026-03-08T14:47:30.900" v="891" actId="1036"/>
        <pc:sldMkLst>
          <pc:docMk/>
          <pc:sldMk cId="0" sldId="288"/>
        </pc:sldMkLst>
        <pc:picChg chg="add del mod">
          <ac:chgData name="John Philip" userId="dbd0474f56ef20b0" providerId="LiveId" clId="{7BC765C0-CEEF-43B8-98D3-A471FFDFF819}" dt="2026-03-08T14:47:15.462" v="881" actId="478"/>
          <ac:picMkLst>
            <pc:docMk/>
            <pc:sldMk cId="0" sldId="288"/>
            <ac:picMk id="4" creationId="{F42C2075-CD91-CAC3-10DB-6CD7BC9BE5D3}"/>
          </ac:picMkLst>
        </pc:picChg>
        <pc:picChg chg="add mod">
          <ac:chgData name="John Philip" userId="dbd0474f56ef20b0" providerId="LiveId" clId="{7BC765C0-CEEF-43B8-98D3-A471FFDFF819}" dt="2026-03-08T14:47:30.900" v="891" actId="1036"/>
          <ac:picMkLst>
            <pc:docMk/>
            <pc:sldMk cId="0" sldId="288"/>
            <ac:picMk id="6" creationId="{5DB143AA-1C8C-516A-EE48-5C51A8B0A5D0}"/>
          </ac:picMkLst>
        </pc:picChg>
        <pc:picChg chg="del">
          <ac:chgData name="John Philip" userId="dbd0474f56ef20b0" providerId="LiveId" clId="{7BC765C0-CEEF-43B8-98D3-A471FFDFF819}" dt="2026-03-08T08:54:52.085" v="135" actId="478"/>
          <ac:picMkLst>
            <pc:docMk/>
            <pc:sldMk cId="0" sldId="288"/>
            <ac:picMk id="31746" creationId="{00000000-0000-0000-0000-000000000000}"/>
          </ac:picMkLst>
        </pc:picChg>
      </pc:sldChg>
      <pc:sldChg chg="addSp delSp modSp mod">
        <pc:chgData name="John Philip" userId="dbd0474f56ef20b0" providerId="LiveId" clId="{7BC765C0-CEEF-43B8-98D3-A471FFDFF819}" dt="2026-03-08T08:58:40.343" v="213" actId="1035"/>
        <pc:sldMkLst>
          <pc:docMk/>
          <pc:sldMk cId="0" sldId="289"/>
        </pc:sldMkLst>
        <pc:spChg chg="mod">
          <ac:chgData name="John Philip" userId="dbd0474f56ef20b0" providerId="LiveId" clId="{7BC765C0-CEEF-43B8-98D3-A471FFDFF819}" dt="2026-03-08T08:57:18.171" v="193" actId="20577"/>
          <ac:spMkLst>
            <pc:docMk/>
            <pc:sldMk cId="0" sldId="289"/>
            <ac:spMk id="2" creationId="{00000000-0000-0000-0000-000000000000}"/>
          </ac:spMkLst>
        </pc:spChg>
        <pc:spChg chg="del">
          <ac:chgData name="John Philip" userId="dbd0474f56ef20b0" providerId="LiveId" clId="{7BC765C0-CEEF-43B8-98D3-A471FFDFF819}" dt="2026-03-08T08:57:47.016" v="203" actId="478"/>
          <ac:spMkLst>
            <pc:docMk/>
            <pc:sldMk cId="0" sldId="289"/>
            <ac:spMk id="3" creationId="{00000000-0000-0000-0000-000000000000}"/>
          </ac:spMkLst>
        </pc:spChg>
        <pc:picChg chg="add mod">
          <ac:chgData name="John Philip" userId="dbd0474f56ef20b0" providerId="LiveId" clId="{7BC765C0-CEEF-43B8-98D3-A471FFDFF819}" dt="2026-03-08T08:58:40.343" v="213" actId="1035"/>
          <ac:picMkLst>
            <pc:docMk/>
            <pc:sldMk cId="0" sldId="289"/>
            <ac:picMk id="5" creationId="{4276D72E-C7C9-00E5-EB3C-3A16784A0675}"/>
          </ac:picMkLst>
        </pc:picChg>
      </pc:sldChg>
      <pc:sldChg chg="addSp delSp modSp new mod">
        <pc:chgData name="John Philip" userId="dbd0474f56ef20b0" providerId="LiveId" clId="{7BC765C0-CEEF-43B8-98D3-A471FFDFF819}" dt="2026-03-08T14:52:20.250" v="916" actId="1036"/>
        <pc:sldMkLst>
          <pc:docMk/>
          <pc:sldMk cId="3748794277" sldId="290"/>
        </pc:sldMkLst>
        <pc:spChg chg="mod">
          <ac:chgData name="John Philip" userId="dbd0474f56ef20b0" providerId="LiveId" clId="{7BC765C0-CEEF-43B8-98D3-A471FFDFF819}" dt="2026-03-08T14:52:15.872" v="912" actId="20577"/>
          <ac:spMkLst>
            <pc:docMk/>
            <pc:sldMk cId="3748794277" sldId="290"/>
            <ac:spMk id="2" creationId="{21FA915B-504D-6C32-4243-A9A5C7A931EB}"/>
          </ac:spMkLst>
        </pc:spChg>
        <pc:spChg chg="del">
          <ac:chgData name="John Philip" userId="dbd0474f56ef20b0" providerId="LiveId" clId="{7BC765C0-CEEF-43B8-98D3-A471FFDFF819}" dt="2026-03-08T08:59:27.020" v="245" actId="478"/>
          <ac:spMkLst>
            <pc:docMk/>
            <pc:sldMk cId="3748794277" sldId="290"/>
            <ac:spMk id="3" creationId="{38326076-529B-5A1E-927F-A6C95691C318}"/>
          </ac:spMkLst>
        </pc:spChg>
        <pc:picChg chg="add del mod">
          <ac:chgData name="John Philip" userId="dbd0474f56ef20b0" providerId="LiveId" clId="{7BC765C0-CEEF-43B8-98D3-A471FFDFF819}" dt="2026-03-08T14:51:28.497" v="892" actId="478"/>
          <ac:picMkLst>
            <pc:docMk/>
            <pc:sldMk cId="3748794277" sldId="290"/>
            <ac:picMk id="5" creationId="{E8E651BF-8390-B814-06D2-7616D09AF9D5}"/>
          </ac:picMkLst>
        </pc:picChg>
        <pc:picChg chg="add del mod">
          <ac:chgData name="John Philip" userId="dbd0474f56ef20b0" providerId="LiveId" clId="{7BC765C0-CEEF-43B8-98D3-A471FFDFF819}" dt="2026-03-08T14:51:31.974" v="893" actId="478"/>
          <ac:picMkLst>
            <pc:docMk/>
            <pc:sldMk cId="3748794277" sldId="290"/>
            <ac:picMk id="7" creationId="{117ECC6E-1741-308F-BEA6-F3616310370B}"/>
          </ac:picMkLst>
        </pc:picChg>
        <pc:picChg chg="add del mod">
          <ac:chgData name="John Philip" userId="dbd0474f56ef20b0" providerId="LiveId" clId="{7BC765C0-CEEF-43B8-98D3-A471FFDFF819}" dt="2026-03-08T14:51:34.885" v="894" actId="478"/>
          <ac:picMkLst>
            <pc:docMk/>
            <pc:sldMk cId="3748794277" sldId="290"/>
            <ac:picMk id="9" creationId="{820BD7E0-BE23-7475-74E7-789C9FF4FCED}"/>
          </ac:picMkLst>
        </pc:picChg>
        <pc:picChg chg="add mod">
          <ac:chgData name="John Philip" userId="dbd0474f56ef20b0" providerId="LiveId" clId="{7BC765C0-CEEF-43B8-98D3-A471FFDFF819}" dt="2026-03-08T14:52:20.250" v="916" actId="1036"/>
          <ac:picMkLst>
            <pc:docMk/>
            <pc:sldMk cId="3748794277" sldId="290"/>
            <ac:picMk id="11" creationId="{AF5E6048-7F10-72CA-66AD-9CE80AE733B9}"/>
          </ac:picMkLst>
        </pc:picChg>
      </pc:sldChg>
      <pc:sldChg chg="addSp delSp modSp new del mod">
        <pc:chgData name="John Philip" userId="dbd0474f56ef20b0" providerId="LiveId" clId="{7BC765C0-CEEF-43B8-98D3-A471FFDFF819}" dt="2026-03-08T14:52:32.494" v="917" actId="2696"/>
        <pc:sldMkLst>
          <pc:docMk/>
          <pc:sldMk cId="3283679700" sldId="291"/>
        </pc:sldMkLst>
        <pc:spChg chg="mod">
          <ac:chgData name="John Philip" userId="dbd0474f56ef20b0" providerId="LiveId" clId="{7BC765C0-CEEF-43B8-98D3-A471FFDFF819}" dt="2026-03-08T09:02:38.633" v="347" actId="20577"/>
          <ac:spMkLst>
            <pc:docMk/>
            <pc:sldMk cId="3283679700" sldId="291"/>
            <ac:spMk id="2" creationId="{4867426C-53BA-1EC3-2AC5-92B3304988AC}"/>
          </ac:spMkLst>
        </pc:spChg>
        <pc:spChg chg="del">
          <ac:chgData name="John Philip" userId="dbd0474f56ef20b0" providerId="LiveId" clId="{7BC765C0-CEEF-43B8-98D3-A471FFDFF819}" dt="2026-03-08T09:02:44.212" v="348" actId="478"/>
          <ac:spMkLst>
            <pc:docMk/>
            <pc:sldMk cId="3283679700" sldId="291"/>
            <ac:spMk id="3" creationId="{0867294B-38EF-61C9-323C-823025E94CEC}"/>
          </ac:spMkLst>
        </pc:spChg>
        <pc:picChg chg="add mod">
          <ac:chgData name="John Philip" userId="dbd0474f56ef20b0" providerId="LiveId" clId="{7BC765C0-CEEF-43B8-98D3-A471FFDFF819}" dt="2026-03-08T09:03:55.723" v="353" actId="14100"/>
          <ac:picMkLst>
            <pc:docMk/>
            <pc:sldMk cId="3283679700" sldId="291"/>
            <ac:picMk id="5" creationId="{26557B59-1F5E-329C-B759-74BCE3CB5171}"/>
          </ac:picMkLst>
        </pc:picChg>
      </pc:sldChg>
      <pc:sldChg chg="addSp delSp modSp new mod">
        <pc:chgData name="John Philip" userId="dbd0474f56ef20b0" providerId="LiveId" clId="{7BC765C0-CEEF-43B8-98D3-A471FFDFF819}" dt="2026-03-08T09:07:41.752" v="450" actId="1035"/>
        <pc:sldMkLst>
          <pc:docMk/>
          <pc:sldMk cId="1770971632" sldId="292"/>
        </pc:sldMkLst>
        <pc:spChg chg="mod">
          <ac:chgData name="John Philip" userId="dbd0474f56ef20b0" providerId="LiveId" clId="{7BC765C0-CEEF-43B8-98D3-A471FFDFF819}" dt="2026-03-08T09:07:31.470" v="439" actId="20577"/>
          <ac:spMkLst>
            <pc:docMk/>
            <pc:sldMk cId="1770971632" sldId="292"/>
            <ac:spMk id="2" creationId="{F75C9D27-97DA-2DAF-23FB-F6E9D7714B16}"/>
          </ac:spMkLst>
        </pc:spChg>
        <pc:spChg chg="del">
          <ac:chgData name="John Philip" userId="dbd0474f56ef20b0" providerId="LiveId" clId="{7BC765C0-CEEF-43B8-98D3-A471FFDFF819}" dt="2026-03-08T09:07:36.353" v="440" actId="478"/>
          <ac:spMkLst>
            <pc:docMk/>
            <pc:sldMk cId="1770971632" sldId="292"/>
            <ac:spMk id="3" creationId="{92E50F5D-EEBA-DEC2-1F7F-6A515B6EDED7}"/>
          </ac:spMkLst>
        </pc:spChg>
        <pc:picChg chg="add mod">
          <ac:chgData name="John Philip" userId="dbd0474f56ef20b0" providerId="LiveId" clId="{7BC765C0-CEEF-43B8-98D3-A471FFDFF819}" dt="2026-03-08T09:07:41.752" v="450" actId="1035"/>
          <ac:picMkLst>
            <pc:docMk/>
            <pc:sldMk cId="1770971632" sldId="292"/>
            <ac:picMk id="5" creationId="{1ACFB669-FD60-D750-EC57-CA315D0E31AC}"/>
          </ac:picMkLst>
        </pc:picChg>
      </pc:sldChg>
      <pc:sldChg chg="addSp delSp modSp new mod">
        <pc:chgData name="John Philip" userId="dbd0474f56ef20b0" providerId="LiveId" clId="{7BC765C0-CEEF-43B8-98D3-A471FFDFF819}" dt="2026-03-08T14:54:04.406" v="928" actId="1038"/>
        <pc:sldMkLst>
          <pc:docMk/>
          <pc:sldMk cId="351628846" sldId="293"/>
        </pc:sldMkLst>
        <pc:spChg chg="mod">
          <ac:chgData name="John Philip" userId="dbd0474f56ef20b0" providerId="LiveId" clId="{7BC765C0-CEEF-43B8-98D3-A471FFDFF819}" dt="2026-03-08T09:10:12.641" v="480" actId="1035"/>
          <ac:spMkLst>
            <pc:docMk/>
            <pc:sldMk cId="351628846" sldId="293"/>
            <ac:spMk id="2" creationId="{83132E64-C23E-CAE4-7559-5A16B67C132A}"/>
          </ac:spMkLst>
        </pc:spChg>
        <pc:spChg chg="del">
          <ac:chgData name="John Philip" userId="dbd0474f56ef20b0" providerId="LiveId" clId="{7BC765C0-CEEF-43B8-98D3-A471FFDFF819}" dt="2026-03-08T09:08:06.556" v="468" actId="478"/>
          <ac:spMkLst>
            <pc:docMk/>
            <pc:sldMk cId="351628846" sldId="293"/>
            <ac:spMk id="3" creationId="{6340002C-8943-4CC7-3E6F-167D28DFE7E4}"/>
          </ac:spMkLst>
        </pc:spChg>
        <pc:picChg chg="add del mod">
          <ac:chgData name="John Philip" userId="dbd0474f56ef20b0" providerId="LiveId" clId="{7BC765C0-CEEF-43B8-98D3-A471FFDFF819}" dt="2026-03-08T14:53:47.752" v="918" actId="478"/>
          <ac:picMkLst>
            <pc:docMk/>
            <pc:sldMk cId="351628846" sldId="293"/>
            <ac:picMk id="5" creationId="{EBBD4F6B-68B2-1AC4-4E65-71FC6D75E008}"/>
          </ac:picMkLst>
        </pc:picChg>
        <pc:picChg chg="add mod">
          <ac:chgData name="John Philip" userId="dbd0474f56ef20b0" providerId="LiveId" clId="{7BC765C0-CEEF-43B8-98D3-A471FFDFF819}" dt="2026-03-08T14:54:04.406" v="928" actId="1038"/>
          <ac:picMkLst>
            <pc:docMk/>
            <pc:sldMk cId="351628846" sldId="293"/>
            <ac:picMk id="7" creationId="{1AB021A5-E31B-D590-A1B1-A0AF36A00B3A}"/>
          </ac:picMkLst>
        </pc:picChg>
      </pc:sldChg>
      <pc:sldChg chg="addSp delSp modSp new mod">
        <pc:chgData name="John Philip" userId="dbd0474f56ef20b0" providerId="LiveId" clId="{7BC765C0-CEEF-43B8-98D3-A471FFDFF819}" dt="2026-03-08T09:35:02.987" v="529" actId="1038"/>
        <pc:sldMkLst>
          <pc:docMk/>
          <pc:sldMk cId="2384453903" sldId="294"/>
        </pc:sldMkLst>
        <pc:spChg chg="mod">
          <ac:chgData name="John Philip" userId="dbd0474f56ef20b0" providerId="LiveId" clId="{7BC765C0-CEEF-43B8-98D3-A471FFDFF819}" dt="2026-03-08T09:34:28.308" v="518" actId="20577"/>
          <ac:spMkLst>
            <pc:docMk/>
            <pc:sldMk cId="2384453903" sldId="294"/>
            <ac:spMk id="2" creationId="{C2A94EED-6E95-8A05-9D80-8F31CCA9F9C5}"/>
          </ac:spMkLst>
        </pc:spChg>
        <pc:spChg chg="del">
          <ac:chgData name="John Philip" userId="dbd0474f56ef20b0" providerId="LiveId" clId="{7BC765C0-CEEF-43B8-98D3-A471FFDFF819}" dt="2026-03-08T09:34:18.870" v="514" actId="478"/>
          <ac:spMkLst>
            <pc:docMk/>
            <pc:sldMk cId="2384453903" sldId="294"/>
            <ac:spMk id="3" creationId="{D1B56E4F-31CB-5643-89B2-FBD476D9AF1C}"/>
          </ac:spMkLst>
        </pc:spChg>
        <pc:picChg chg="add mod">
          <ac:chgData name="John Philip" userId="dbd0474f56ef20b0" providerId="LiveId" clId="{7BC765C0-CEEF-43B8-98D3-A471FFDFF819}" dt="2026-03-08T09:35:02.987" v="529" actId="1038"/>
          <ac:picMkLst>
            <pc:docMk/>
            <pc:sldMk cId="2384453903" sldId="294"/>
            <ac:picMk id="5" creationId="{BC5F619D-BA31-8043-F4C5-65CFBB4EF734}"/>
          </ac:picMkLst>
        </pc:picChg>
      </pc:sldChg>
      <pc:sldChg chg="addSp delSp modSp new mod">
        <pc:chgData name="John Philip" userId="dbd0474f56ef20b0" providerId="LiveId" clId="{7BC765C0-CEEF-43B8-98D3-A471FFDFF819}" dt="2026-03-08T14:55:34.011" v="931" actId="14100"/>
        <pc:sldMkLst>
          <pc:docMk/>
          <pc:sldMk cId="3700992506" sldId="295"/>
        </pc:sldMkLst>
        <pc:spChg chg="mod">
          <ac:chgData name="John Philip" userId="dbd0474f56ef20b0" providerId="LiveId" clId="{7BC765C0-CEEF-43B8-98D3-A471FFDFF819}" dt="2026-03-08T09:36:11.881" v="543" actId="20577"/>
          <ac:spMkLst>
            <pc:docMk/>
            <pc:sldMk cId="3700992506" sldId="295"/>
            <ac:spMk id="2" creationId="{73AFCE31-F2D6-A24F-D22F-2BB4FA46DB05}"/>
          </ac:spMkLst>
        </pc:spChg>
        <pc:spChg chg="del">
          <ac:chgData name="John Philip" userId="dbd0474f56ef20b0" providerId="LiveId" clId="{7BC765C0-CEEF-43B8-98D3-A471FFDFF819}" dt="2026-03-08T09:36:18.239" v="544" actId="478"/>
          <ac:spMkLst>
            <pc:docMk/>
            <pc:sldMk cId="3700992506" sldId="295"/>
            <ac:spMk id="3" creationId="{5C81DC58-886A-C996-C0DB-EC91F9CFD024}"/>
          </ac:spMkLst>
        </pc:spChg>
        <pc:picChg chg="add del mod">
          <ac:chgData name="John Philip" userId="dbd0474f56ef20b0" providerId="LiveId" clId="{7BC765C0-CEEF-43B8-98D3-A471FFDFF819}" dt="2026-03-08T14:55:28.449" v="929" actId="478"/>
          <ac:picMkLst>
            <pc:docMk/>
            <pc:sldMk cId="3700992506" sldId="295"/>
            <ac:picMk id="5" creationId="{C84E09BE-440A-47E5-E3CC-DF3CE0FBD9EB}"/>
          </ac:picMkLst>
        </pc:picChg>
        <pc:picChg chg="add mod">
          <ac:chgData name="John Philip" userId="dbd0474f56ef20b0" providerId="LiveId" clId="{7BC765C0-CEEF-43B8-98D3-A471FFDFF819}" dt="2026-03-08T14:55:34.011" v="931" actId="14100"/>
          <ac:picMkLst>
            <pc:docMk/>
            <pc:sldMk cId="3700992506" sldId="295"/>
            <ac:picMk id="7" creationId="{623B2D5A-AD9C-178F-6033-70E9AE6015B3}"/>
          </ac:picMkLst>
        </pc:picChg>
      </pc:sldChg>
      <pc:sldChg chg="addSp delSp modSp new mod">
        <pc:chgData name="John Philip" userId="dbd0474f56ef20b0" providerId="LiveId" clId="{7BC765C0-CEEF-43B8-98D3-A471FFDFF819}" dt="2026-03-08T14:59:14.286" v="933" actId="22"/>
        <pc:sldMkLst>
          <pc:docMk/>
          <pc:sldMk cId="727973029" sldId="296"/>
        </pc:sldMkLst>
        <pc:spChg chg="mod">
          <ac:chgData name="John Philip" userId="dbd0474f56ef20b0" providerId="LiveId" clId="{7BC765C0-CEEF-43B8-98D3-A471FFDFF819}" dt="2026-03-08T09:56:12.988" v="588" actId="20577"/>
          <ac:spMkLst>
            <pc:docMk/>
            <pc:sldMk cId="727973029" sldId="296"/>
            <ac:spMk id="2" creationId="{3AE035DA-63AD-4F5B-865C-42484CF3FA07}"/>
          </ac:spMkLst>
        </pc:spChg>
        <pc:spChg chg="del">
          <ac:chgData name="John Philip" userId="dbd0474f56ef20b0" providerId="LiveId" clId="{7BC765C0-CEEF-43B8-98D3-A471FFDFF819}" dt="2026-03-08T09:55:41.775" v="554" actId="478"/>
          <ac:spMkLst>
            <pc:docMk/>
            <pc:sldMk cId="727973029" sldId="296"/>
            <ac:spMk id="3" creationId="{EC60CA10-E539-9614-5812-EEE24A9830F0}"/>
          </ac:spMkLst>
        </pc:spChg>
        <pc:spChg chg="add del mod">
          <ac:chgData name="John Philip" userId="dbd0474f56ef20b0" providerId="LiveId" clId="{7BC765C0-CEEF-43B8-98D3-A471FFDFF819}" dt="2026-03-08T10:06:39.380" v="619"/>
          <ac:spMkLst>
            <pc:docMk/>
            <pc:sldMk cId="727973029" sldId="296"/>
            <ac:spMk id="6" creationId="{B9A43141-D873-361B-1C5C-E93B44FAC441}"/>
          </ac:spMkLst>
        </pc:spChg>
        <pc:spChg chg="add mod">
          <ac:chgData name="John Philip" userId="dbd0474f56ef20b0" providerId="LiveId" clId="{7BC765C0-CEEF-43B8-98D3-A471FFDFF819}" dt="2026-03-08T10:07:13.462" v="688" actId="1037"/>
          <ac:spMkLst>
            <pc:docMk/>
            <pc:sldMk cId="727973029" sldId="296"/>
            <ac:spMk id="7" creationId="{16B7277F-F70C-FFA7-D6BB-005247AD5DA1}"/>
          </ac:spMkLst>
        </pc:spChg>
        <pc:picChg chg="add del mod">
          <ac:chgData name="John Philip" userId="dbd0474f56ef20b0" providerId="LiveId" clId="{7BC765C0-CEEF-43B8-98D3-A471FFDFF819}" dt="2026-03-08T14:59:07.886" v="932" actId="478"/>
          <ac:picMkLst>
            <pc:docMk/>
            <pc:sldMk cId="727973029" sldId="296"/>
            <ac:picMk id="5" creationId="{84558DB3-DEBB-495A-0BDA-D10D2E78E1BC}"/>
          </ac:picMkLst>
        </pc:picChg>
        <pc:picChg chg="add">
          <ac:chgData name="John Philip" userId="dbd0474f56ef20b0" providerId="LiveId" clId="{7BC765C0-CEEF-43B8-98D3-A471FFDFF819}" dt="2026-03-08T14:59:14.286" v="933" actId="22"/>
          <ac:picMkLst>
            <pc:docMk/>
            <pc:sldMk cId="727973029" sldId="296"/>
            <ac:picMk id="9" creationId="{B98DBF83-CFD2-19F8-DC8A-0FCBC6D53037}"/>
          </ac:picMkLst>
        </pc:picChg>
      </pc:sldChg>
      <pc:sldChg chg="addSp delSp modSp new mod">
        <pc:chgData name="John Philip" userId="dbd0474f56ef20b0" providerId="LiveId" clId="{7BC765C0-CEEF-43B8-98D3-A471FFDFF819}" dt="2026-03-08T10:01:04.336" v="615" actId="20577"/>
        <pc:sldMkLst>
          <pc:docMk/>
          <pc:sldMk cId="51564743" sldId="297"/>
        </pc:sldMkLst>
        <pc:spChg chg="mod">
          <ac:chgData name="John Philip" userId="dbd0474f56ef20b0" providerId="LiveId" clId="{7BC765C0-CEEF-43B8-98D3-A471FFDFF819}" dt="2026-03-08T10:01:04.336" v="615" actId="20577"/>
          <ac:spMkLst>
            <pc:docMk/>
            <pc:sldMk cId="51564743" sldId="297"/>
            <ac:spMk id="2" creationId="{62856CBC-6DBF-0307-AF55-93D977091744}"/>
          </ac:spMkLst>
        </pc:spChg>
        <pc:spChg chg="del">
          <ac:chgData name="John Philip" userId="dbd0474f56ef20b0" providerId="LiveId" clId="{7BC765C0-CEEF-43B8-98D3-A471FFDFF819}" dt="2026-03-08T10:00:27.400" v="604" actId="478"/>
          <ac:spMkLst>
            <pc:docMk/>
            <pc:sldMk cId="51564743" sldId="297"/>
            <ac:spMk id="3" creationId="{76A022E1-3EC3-88EC-1399-536EEB58B7C6}"/>
          </ac:spMkLst>
        </pc:spChg>
        <pc:picChg chg="add mod">
          <ac:chgData name="John Philip" userId="dbd0474f56ef20b0" providerId="LiveId" clId="{7BC765C0-CEEF-43B8-98D3-A471FFDFF819}" dt="2026-03-08T10:00:47.460" v="606" actId="14100"/>
          <ac:picMkLst>
            <pc:docMk/>
            <pc:sldMk cId="51564743" sldId="297"/>
            <ac:picMk id="5" creationId="{2C5A0329-E289-F190-9969-6B2BE15BB6A1}"/>
          </ac:picMkLst>
        </pc:picChg>
      </pc:sldChg>
      <pc:sldChg chg="addSp delSp modSp new mod">
        <pc:chgData name="John Philip" userId="dbd0474f56ef20b0" providerId="LiveId" clId="{7BC765C0-CEEF-43B8-98D3-A471FFDFF819}" dt="2026-03-08T10:20:39.036" v="709" actId="22"/>
        <pc:sldMkLst>
          <pc:docMk/>
          <pc:sldMk cId="2912783417" sldId="298"/>
        </pc:sldMkLst>
        <pc:spChg chg="mod">
          <ac:chgData name="John Philip" userId="dbd0474f56ef20b0" providerId="LiveId" clId="{7BC765C0-CEEF-43B8-98D3-A471FFDFF819}" dt="2026-03-08T10:19:56.948" v="707" actId="20577"/>
          <ac:spMkLst>
            <pc:docMk/>
            <pc:sldMk cId="2912783417" sldId="298"/>
            <ac:spMk id="2" creationId="{374D36AD-738C-19C6-ECD0-F4C0C6B91344}"/>
          </ac:spMkLst>
        </pc:spChg>
        <pc:spChg chg="del">
          <ac:chgData name="John Philip" userId="dbd0474f56ef20b0" providerId="LiveId" clId="{7BC765C0-CEEF-43B8-98D3-A471FFDFF819}" dt="2026-03-08T10:20:00.397" v="708" actId="478"/>
          <ac:spMkLst>
            <pc:docMk/>
            <pc:sldMk cId="2912783417" sldId="298"/>
            <ac:spMk id="3" creationId="{FF3D09C4-52DC-CF63-0914-793347963D4C}"/>
          </ac:spMkLst>
        </pc:spChg>
        <pc:picChg chg="add">
          <ac:chgData name="John Philip" userId="dbd0474f56ef20b0" providerId="LiveId" clId="{7BC765C0-CEEF-43B8-98D3-A471FFDFF819}" dt="2026-03-08T10:20:39.036" v="709" actId="22"/>
          <ac:picMkLst>
            <pc:docMk/>
            <pc:sldMk cId="2912783417" sldId="298"/>
            <ac:picMk id="5" creationId="{79710E0F-3562-EBA2-B789-39101BF36CB8}"/>
          </ac:picMkLst>
        </pc:picChg>
      </pc:sldChg>
      <pc:sldChg chg="addSp delSp modSp new mod">
        <pc:chgData name="John Philip" userId="dbd0474f56ef20b0" providerId="LiveId" clId="{7BC765C0-CEEF-43B8-98D3-A471FFDFF819}" dt="2026-03-08T15:10:57.039" v="949" actId="1035"/>
        <pc:sldMkLst>
          <pc:docMk/>
          <pc:sldMk cId="680672758" sldId="299"/>
        </pc:sldMkLst>
        <pc:spChg chg="mod">
          <ac:chgData name="John Philip" userId="dbd0474f56ef20b0" providerId="LiveId" clId="{7BC765C0-CEEF-43B8-98D3-A471FFDFF819}" dt="2026-03-08T10:23:06.284" v="762" actId="20577"/>
          <ac:spMkLst>
            <pc:docMk/>
            <pc:sldMk cId="680672758" sldId="299"/>
            <ac:spMk id="2" creationId="{11773DB9-A926-D2FA-6EF7-F581B1072640}"/>
          </ac:spMkLst>
        </pc:spChg>
        <pc:spChg chg="del">
          <ac:chgData name="John Philip" userId="dbd0474f56ef20b0" providerId="LiveId" clId="{7BC765C0-CEEF-43B8-98D3-A471FFDFF819}" dt="2026-03-08T10:22:09.840" v="726" actId="478"/>
          <ac:spMkLst>
            <pc:docMk/>
            <pc:sldMk cId="680672758" sldId="299"/>
            <ac:spMk id="3" creationId="{EE19FACA-B2CB-A052-3888-CDD6806755F8}"/>
          </ac:spMkLst>
        </pc:spChg>
        <pc:picChg chg="add del mod">
          <ac:chgData name="John Philip" userId="dbd0474f56ef20b0" providerId="LiveId" clId="{7BC765C0-CEEF-43B8-98D3-A471FFDFF819}" dt="2026-03-08T10:27:24.904" v="763" actId="478"/>
          <ac:picMkLst>
            <pc:docMk/>
            <pc:sldMk cId="680672758" sldId="299"/>
            <ac:picMk id="5" creationId="{387D727E-D880-293C-60A4-1D1CE1B0C1C2}"/>
          </ac:picMkLst>
        </pc:picChg>
        <pc:picChg chg="add del mod">
          <ac:chgData name="John Philip" userId="dbd0474f56ef20b0" providerId="LiveId" clId="{7BC765C0-CEEF-43B8-98D3-A471FFDFF819}" dt="2026-03-08T15:06:16.935" v="934" actId="478"/>
          <ac:picMkLst>
            <pc:docMk/>
            <pc:sldMk cId="680672758" sldId="299"/>
            <ac:picMk id="7" creationId="{3BE044CF-8A44-18BA-FBCD-45DE3920A0DC}"/>
          </ac:picMkLst>
        </pc:picChg>
        <pc:picChg chg="add del mod">
          <ac:chgData name="John Philip" userId="dbd0474f56ef20b0" providerId="LiveId" clId="{7BC765C0-CEEF-43B8-98D3-A471FFDFF819}" dt="2026-03-08T15:10:52.958" v="938" actId="478"/>
          <ac:picMkLst>
            <pc:docMk/>
            <pc:sldMk cId="680672758" sldId="299"/>
            <ac:picMk id="9" creationId="{0C080731-DCCC-742E-A0FA-207F8FD5E380}"/>
          </ac:picMkLst>
        </pc:picChg>
        <pc:picChg chg="add mod">
          <ac:chgData name="John Philip" userId="dbd0474f56ef20b0" providerId="LiveId" clId="{7BC765C0-CEEF-43B8-98D3-A471FFDFF819}" dt="2026-03-08T15:10:57.039" v="949" actId="1035"/>
          <ac:picMkLst>
            <pc:docMk/>
            <pc:sldMk cId="680672758" sldId="299"/>
            <ac:picMk id="11" creationId="{DFA29F5D-647A-9DFC-D4B7-F48265F023C0}"/>
          </ac:picMkLst>
        </pc:picChg>
      </pc:sldChg>
      <pc:sldChg chg="addSp delSp modSp new mod">
        <pc:chgData name="John Philip" userId="dbd0474f56ef20b0" providerId="LiveId" clId="{7BC765C0-CEEF-43B8-98D3-A471FFDFF819}" dt="2026-03-08T15:12:55.844" v="989" actId="20577"/>
        <pc:sldMkLst>
          <pc:docMk/>
          <pc:sldMk cId="4150177245" sldId="300"/>
        </pc:sldMkLst>
        <pc:spChg chg="mod">
          <ac:chgData name="John Philip" userId="dbd0474f56ef20b0" providerId="LiveId" clId="{7BC765C0-CEEF-43B8-98D3-A471FFDFF819}" dt="2026-03-08T15:12:55.844" v="989" actId="20577"/>
          <ac:spMkLst>
            <pc:docMk/>
            <pc:sldMk cId="4150177245" sldId="300"/>
            <ac:spMk id="2" creationId="{E090BAD9-72A0-4D75-3BC9-41E42F3C0355}"/>
          </ac:spMkLst>
        </pc:spChg>
        <pc:spChg chg="del">
          <ac:chgData name="John Philip" userId="dbd0474f56ef20b0" providerId="LiveId" clId="{7BC765C0-CEEF-43B8-98D3-A471FFDFF819}" dt="2026-03-08T10:29:31.287" v="811" actId="478"/>
          <ac:spMkLst>
            <pc:docMk/>
            <pc:sldMk cId="4150177245" sldId="300"/>
            <ac:spMk id="3" creationId="{4D132C11-FE24-A258-39A1-53434846D99A}"/>
          </ac:spMkLst>
        </pc:spChg>
        <pc:spChg chg="add del">
          <ac:chgData name="John Philip" userId="dbd0474f56ef20b0" providerId="LiveId" clId="{7BC765C0-CEEF-43B8-98D3-A471FFDFF819}" dt="2026-03-08T10:29:34.511" v="813" actId="22"/>
          <ac:spMkLst>
            <pc:docMk/>
            <pc:sldMk cId="4150177245" sldId="300"/>
            <ac:spMk id="5" creationId="{8B7FF29A-B644-4911-4513-036F45C8CCAF}"/>
          </ac:spMkLst>
        </pc:spChg>
        <pc:picChg chg="add del mod">
          <ac:chgData name="John Philip" userId="dbd0474f56ef20b0" providerId="LiveId" clId="{7BC765C0-CEEF-43B8-98D3-A471FFDFF819}" dt="2026-03-08T15:07:59.259" v="937" actId="478"/>
          <ac:picMkLst>
            <pc:docMk/>
            <pc:sldMk cId="4150177245" sldId="300"/>
            <ac:picMk id="7" creationId="{5C46AABD-FDD6-28D1-E64B-F2E71009A336}"/>
          </ac:picMkLst>
        </pc:picChg>
        <pc:picChg chg="add mod">
          <ac:chgData name="John Philip" userId="dbd0474f56ef20b0" providerId="LiveId" clId="{7BC765C0-CEEF-43B8-98D3-A471FFDFF819}" dt="2026-03-08T15:12:33.163" v="958" actId="1036"/>
          <ac:picMkLst>
            <pc:docMk/>
            <pc:sldMk cId="4150177245" sldId="300"/>
            <ac:picMk id="9" creationId="{11159821-2159-AF68-9F40-C8DDE7589883}"/>
          </ac:picMkLst>
        </pc:picChg>
      </pc:sldChg>
      <pc:sldChg chg="addSp delSp modSp new mod">
        <pc:chgData name="John Philip" userId="dbd0474f56ef20b0" providerId="LiveId" clId="{7BC765C0-CEEF-43B8-98D3-A471FFDFF819}" dt="2026-03-08T15:19:07.847" v="1045" actId="27636"/>
        <pc:sldMkLst>
          <pc:docMk/>
          <pc:sldMk cId="1596509329" sldId="301"/>
        </pc:sldMkLst>
        <pc:spChg chg="mod">
          <ac:chgData name="John Philip" userId="dbd0474f56ef20b0" providerId="LiveId" clId="{7BC765C0-CEEF-43B8-98D3-A471FFDFF819}" dt="2026-03-08T15:19:07.847" v="1045" actId="27636"/>
          <ac:spMkLst>
            <pc:docMk/>
            <pc:sldMk cId="1596509329" sldId="301"/>
            <ac:spMk id="2" creationId="{1D2A2771-E42F-BE6F-F3A3-31F47EE51879}"/>
          </ac:spMkLst>
        </pc:spChg>
        <pc:spChg chg="del">
          <ac:chgData name="John Philip" userId="dbd0474f56ef20b0" providerId="LiveId" clId="{7BC765C0-CEEF-43B8-98D3-A471FFDFF819}" dt="2026-03-08T15:18:48.022" v="1038" actId="478"/>
          <ac:spMkLst>
            <pc:docMk/>
            <pc:sldMk cId="1596509329" sldId="301"/>
            <ac:spMk id="3" creationId="{4E61154B-46A1-DB0D-4F9D-0FBD3B604CF8}"/>
          </ac:spMkLst>
        </pc:spChg>
        <pc:picChg chg="add mod">
          <ac:chgData name="John Philip" userId="dbd0474f56ef20b0" providerId="LiveId" clId="{7BC765C0-CEEF-43B8-98D3-A471FFDFF819}" dt="2026-03-08T15:19:02.564" v="1043" actId="14100"/>
          <ac:picMkLst>
            <pc:docMk/>
            <pc:sldMk cId="1596509329" sldId="301"/>
            <ac:picMk id="5" creationId="{B41C9F9D-80A6-751E-C18D-C5E7B120450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B2E63-F343-4502-9EC8-46BCEE9EE9C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C91DB-DF73-40C5-B5C7-3B3AE707FBF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1C91DB-DF73-40C5-B5C7-3B3AE707FBF2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D94E-365A-4F2D-9FFF-D15F8496B0C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E27E-1DF7-4720-A9B2-46F5EC2C7F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D94E-365A-4F2D-9FFF-D15F8496B0C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E27E-1DF7-4720-A9B2-46F5EC2C7F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D94E-365A-4F2D-9FFF-D15F8496B0C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E27E-1DF7-4720-A9B2-46F5EC2C7F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D94E-365A-4F2D-9FFF-D15F8496B0C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E27E-1DF7-4720-A9B2-46F5EC2C7F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D94E-365A-4F2D-9FFF-D15F8496B0C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E27E-1DF7-4720-A9B2-46F5EC2C7F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D94E-365A-4F2D-9FFF-D15F8496B0C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E27E-1DF7-4720-A9B2-46F5EC2C7F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D94E-365A-4F2D-9FFF-D15F8496B0C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E27E-1DF7-4720-A9B2-46F5EC2C7F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D94E-365A-4F2D-9FFF-D15F8496B0C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E27E-1DF7-4720-A9B2-46F5EC2C7F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D94E-365A-4F2D-9FFF-D15F8496B0C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E27E-1DF7-4720-A9B2-46F5EC2C7F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D94E-365A-4F2D-9FFF-D15F8496B0C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E27E-1DF7-4720-A9B2-46F5EC2C7F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D94E-365A-4F2D-9FFF-D15F8496B0C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BE27E-1DF7-4720-A9B2-46F5EC2C7F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CD94E-365A-4F2D-9FFF-D15F8496B0C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BE27E-1DF7-4720-A9B2-46F5EC2C7F4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localhost:3000/cour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UI Application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RCET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Node.js Installation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37282" y="1600200"/>
            <a:ext cx="506943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Node and </a:t>
            </a:r>
            <a:r>
              <a:rPr lang="en-US" dirty="0" err="1"/>
              <a:t>Npm</a:t>
            </a:r>
            <a:r>
              <a:rPr lang="en-US" dirty="0"/>
              <a:t> versions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214422"/>
            <a:ext cx="7385466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 Code Installation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428736"/>
            <a:ext cx="6786610" cy="5243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 Folder Creation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019" y="1643050"/>
            <a:ext cx="9045575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Open Workspace Folder in VS Code from Command Prompt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571612"/>
            <a:ext cx="6096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2643182"/>
            <a:ext cx="777240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4500570"/>
            <a:ext cx="7781925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Package.json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357298"/>
            <a:ext cx="629602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2428868"/>
            <a:ext cx="346710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</a:t>
            </a:r>
            <a:r>
              <a:rPr lang="en-US" dirty="0" err="1"/>
              <a:t>Json</a:t>
            </a:r>
            <a:r>
              <a:rPr lang="en-US" dirty="0"/>
              <a:t> Server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1285860"/>
            <a:ext cx="729615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2571744"/>
            <a:ext cx="286702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dirty="0" err="1"/>
              <a:t>db.json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928670"/>
            <a:ext cx="51435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7303" y="2214554"/>
            <a:ext cx="3743325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JSON Server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285860"/>
            <a:ext cx="8700276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Open </a:t>
            </a:r>
            <a:r>
              <a:rPr lang="en-US" dirty="0">
                <a:hlinkClick r:id="rId2"/>
              </a:rPr>
              <a:t>http://localhost:3000/courses</a:t>
            </a:r>
            <a:r>
              <a:rPr lang="en-US" dirty="0"/>
              <a:t> in browser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1571612"/>
            <a:ext cx="4214842" cy="4568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1571612"/>
            <a:ext cx="4143404" cy="222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Folder Structure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357298"/>
            <a:ext cx="6000792" cy="4898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css</a:t>
            </a:r>
            <a:r>
              <a:rPr lang="en-US" dirty="0"/>
              <a:t>/style.css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643050"/>
            <a:ext cx="7742986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Images/StudentCourseRegistration.jpg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643050"/>
            <a:ext cx="79248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39" y="3064001"/>
            <a:ext cx="8472541" cy="3436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udentCourseRegist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</a:t>
            </a:r>
            <a:r>
              <a:rPr lang="en-US" dirty="0"/>
              <a:t>/index.html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7" y="1500174"/>
            <a:ext cx="8540547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Open Chrome Browser. Ctrl + O. Select index.html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8" y="2038774"/>
            <a:ext cx="8858280" cy="415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Footer in index.html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285860"/>
            <a:ext cx="7072362" cy="339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4714884"/>
            <a:ext cx="6357982" cy="193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Copy bootstrap CDN and paste in index.html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6" y="1419239"/>
            <a:ext cx="8858280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5629297"/>
            <a:ext cx="783907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classes – container and text-center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8546" y="1643050"/>
            <a:ext cx="8646907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Bar - 1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643050"/>
            <a:ext cx="8011583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Bar - 2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285860"/>
            <a:ext cx="8483178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in index.html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714488"/>
            <a:ext cx="8590011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</a:t>
            </a:r>
            <a:r>
              <a:rPr lang="en-US" dirty="0"/>
              <a:t>/aboutus.html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825" y="1500188"/>
            <a:ext cx="8896350" cy="4357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</a:t>
            </a:r>
            <a:r>
              <a:rPr lang="en-US" dirty="0"/>
              <a:t>/contactus.html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38" y="1490663"/>
            <a:ext cx="8848725" cy="4367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dirty="0" err="1"/>
              <a:t>ui</a:t>
            </a:r>
            <a:r>
              <a:rPr lang="en-US" dirty="0"/>
              <a:t>/courselist.html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38" y="1000108"/>
            <a:ext cx="8848725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5000637"/>
            <a:ext cx="5476875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Courses table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3388" y="1424009"/>
            <a:ext cx="8277225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– GET, POST, PUT and DELETE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2A0A47-A76B-61A3-9B6D-23AE497F2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281553"/>
            <a:ext cx="5799323" cy="538780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js</a:t>
            </a:r>
            <a:r>
              <a:rPr lang="en-US" dirty="0"/>
              <a:t>/courselist.js – Read All Courses (GET) and Delete (DELETE)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438E48-5ED2-8620-07A6-912347609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78" y="1426346"/>
            <a:ext cx="8352244" cy="524301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</a:t>
            </a:r>
            <a:r>
              <a:rPr lang="en-US" dirty="0"/>
              <a:t>/courseform.html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214422"/>
            <a:ext cx="8370513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</a:t>
            </a:r>
            <a:r>
              <a:rPr lang="en-US" dirty="0"/>
              <a:t>/courseform.html (Create)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204932"/>
            <a:ext cx="7510491" cy="547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js</a:t>
            </a:r>
            <a:r>
              <a:rPr lang="en-US" dirty="0"/>
              <a:t>/courseform.js (POST)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B143AA-1C8C-516A-EE48-5C51A8B0A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529413"/>
            <a:ext cx="8393656" cy="434785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</a:t>
            </a:r>
            <a:r>
              <a:rPr lang="en-US" dirty="0"/>
              <a:t>/courseform.html (Update)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6D72E-C7C9-00E5-EB3C-3A16784A0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427" y="1340768"/>
            <a:ext cx="6767146" cy="523539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915B-504D-6C32-4243-A9A5C7A93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err="1"/>
              <a:t>js</a:t>
            </a:r>
            <a:r>
              <a:rPr lang="en-IN" dirty="0"/>
              <a:t>/courseform.js (load and update course)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5E6048-7F10-72CA-66AD-9CE80AE73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6500"/>
            <a:ext cx="914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94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C9D27-97DA-2DAF-23FB-F6E9D7714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ui</a:t>
            </a:r>
            <a:r>
              <a:rPr lang="en-IN" dirty="0"/>
              <a:t>/register.html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FB669-FD60-D750-EC57-CA315D0E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2776"/>
            <a:ext cx="9144000" cy="508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9716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2E64-C23E-CAE4-7559-5A16B67C1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js</a:t>
            </a:r>
            <a:r>
              <a:rPr lang="en-IN" dirty="0"/>
              <a:t>/register.js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B021A5-E31B-D590-A1B1-A0AF36A00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80" y="908720"/>
            <a:ext cx="7628644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8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4EED-6E95-8A05-9D80-8F31CCA9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ui</a:t>
            </a:r>
            <a:r>
              <a:rPr lang="en-IN" dirty="0"/>
              <a:t>/login.html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F619D-BA31-8043-F4C5-65CFBB4EF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91" y="1340768"/>
            <a:ext cx="7948349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539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CE31-F2D6-A24F-D22F-2BB4FA46D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js</a:t>
            </a:r>
            <a:r>
              <a:rPr lang="en-IN" dirty="0"/>
              <a:t>/login.js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3B2D5A-AD9C-178F-6033-70E9AE601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2410"/>
            <a:ext cx="9144000" cy="423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925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035DA-63AD-4F5B-865C-42484CF3F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ui</a:t>
            </a:r>
            <a:r>
              <a:rPr lang="en-IN" dirty="0"/>
              <a:t>/index.html (Logout button)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7277F-F70C-FFA7-D6BB-005247AD5DA1}"/>
              </a:ext>
            </a:extLst>
          </p:cNvPr>
          <p:cNvSpPr txBox="1"/>
          <p:nvPr/>
        </p:nvSpPr>
        <p:spPr>
          <a:xfrm>
            <a:off x="1115616" y="6156012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Apply this change to all html files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8DBF83-CFD2-19F8-DC8A-0FCBC6D53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4039"/>
            <a:ext cx="9144000" cy="434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730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56CBC-6DBF-0307-AF55-93D977091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js</a:t>
            </a:r>
            <a:r>
              <a:rPr lang="en-IN" dirty="0"/>
              <a:t>/script.js (Logout)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A0329-E289-F190-9969-6B2BE15BB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68" y="1401904"/>
            <a:ext cx="8580864" cy="483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47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D36AD-738C-19C6-ECD0-F4C0C6B9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ui</a:t>
            </a:r>
            <a:r>
              <a:rPr lang="en-IN" dirty="0"/>
              <a:t>/courses.html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10E0F-3562-EBA2-B789-39101BF36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8060"/>
            <a:ext cx="9144000" cy="440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834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73DB9-A926-D2FA-6EF7-F581B107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js</a:t>
            </a:r>
            <a:r>
              <a:rPr lang="en-IN" dirty="0"/>
              <a:t>/courses.js (display courses)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A29F5D-647A-9DFC-D4B7-F48265F02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768"/>
            <a:ext cx="9144000" cy="535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727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0BAD9-72A0-4D75-3BC9-41E42F3C0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js</a:t>
            </a:r>
            <a:r>
              <a:rPr lang="en-IN" dirty="0"/>
              <a:t>/courses.js (Add / Delete </a:t>
            </a:r>
            <a:r>
              <a:rPr lang="en-IN" dirty="0" err="1"/>
              <a:t>Enrollment</a:t>
            </a:r>
            <a:r>
              <a:rPr lang="en-IN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159821-2159-AF68-9F40-C8DDE7589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5" y="578899"/>
            <a:ext cx="9083827" cy="623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772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A2771-E42F-BE6F-F3A3-31F47EE51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js</a:t>
            </a:r>
            <a:r>
              <a:rPr lang="en-IN" dirty="0"/>
              <a:t>/script.js (For Admin access)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1C9F9D-80A6-751E-C18D-C5E7B1204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23" y="908720"/>
            <a:ext cx="8687553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09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276</Words>
  <Application>Microsoft Office PowerPoint</Application>
  <PresentationFormat>On-screen Show (4:3)</PresentationFormat>
  <Paragraphs>46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UI Application Design</vt:lpstr>
      <vt:lpstr>Node.js Installation</vt:lpstr>
      <vt:lpstr>Check Node and Npm versions</vt:lpstr>
      <vt:lpstr>Vs Code Installation</vt:lpstr>
      <vt:lpstr>Workspace Folder Creation</vt:lpstr>
      <vt:lpstr>Open Workspace Folder in VS Code from Command Prompt</vt:lpstr>
      <vt:lpstr>Package.json</vt:lpstr>
      <vt:lpstr>Install Json Server</vt:lpstr>
      <vt:lpstr>db.json</vt:lpstr>
      <vt:lpstr>Start JSON Server</vt:lpstr>
      <vt:lpstr>Open http://localhost:3000/courses in browser</vt:lpstr>
      <vt:lpstr>Project Folder Structure</vt:lpstr>
      <vt:lpstr>css/style.css</vt:lpstr>
      <vt:lpstr>Images/StudentCourseRegistration.jpg</vt:lpstr>
      <vt:lpstr>PowerPoint Presentation</vt:lpstr>
      <vt:lpstr>ui/index.html</vt:lpstr>
      <vt:lpstr>Open Chrome Browser. Ctrl + O. Select index.html</vt:lpstr>
      <vt:lpstr>Footer in index.html</vt:lpstr>
      <vt:lpstr>Copy bootstrap CDN and paste in index.html</vt:lpstr>
      <vt:lpstr>Bootstrap classes – container and text-center</vt:lpstr>
      <vt:lpstr>Navigation Bar - 1</vt:lpstr>
      <vt:lpstr>Navigation Bar - 2</vt:lpstr>
      <vt:lpstr>Image in index.html</vt:lpstr>
      <vt:lpstr>ui/aboutus.html</vt:lpstr>
      <vt:lpstr>ui/contactus.html</vt:lpstr>
      <vt:lpstr>ui/courselist.html</vt:lpstr>
      <vt:lpstr>Courses table</vt:lpstr>
      <vt:lpstr>HTTP – GET, POST, PUT and DELETE</vt:lpstr>
      <vt:lpstr>js/courselist.js – Read All Courses (GET) and Delete (DELETE)</vt:lpstr>
      <vt:lpstr>ui/courseform.html</vt:lpstr>
      <vt:lpstr>ui/courseform.html (Create)</vt:lpstr>
      <vt:lpstr>js/courseform.js (POST)</vt:lpstr>
      <vt:lpstr>ui/courseform.html (Update)</vt:lpstr>
      <vt:lpstr>js/courseform.js (load and update course)</vt:lpstr>
      <vt:lpstr>ui/register.html</vt:lpstr>
      <vt:lpstr>js/register.js</vt:lpstr>
      <vt:lpstr>ui/login.html</vt:lpstr>
      <vt:lpstr>js/login.js</vt:lpstr>
      <vt:lpstr>ui/index.html (Logout button)</vt:lpstr>
      <vt:lpstr>js/script.js (Logout)</vt:lpstr>
      <vt:lpstr>ui/courses.html</vt:lpstr>
      <vt:lpstr>js/courses.js (display courses)</vt:lpstr>
      <vt:lpstr>js/courses.js (Add / Delete Enrollment)</vt:lpstr>
      <vt:lpstr>js/script.js (For Admin access)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 Application Design</dc:title>
  <dc:creator>Admin</dc:creator>
  <cp:lastModifiedBy>John Philip</cp:lastModifiedBy>
  <cp:revision>42</cp:revision>
  <dcterms:created xsi:type="dcterms:W3CDTF">2026-03-07T07:54:49Z</dcterms:created>
  <dcterms:modified xsi:type="dcterms:W3CDTF">2026-03-08T15:19:11Z</dcterms:modified>
</cp:coreProperties>
</file>